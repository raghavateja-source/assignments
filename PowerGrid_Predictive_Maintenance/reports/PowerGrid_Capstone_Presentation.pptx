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PowerGrid Predictive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Asset Failure Risk &amp; Maintenance Prioritization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Increasing failures, outages, aging infrastructure, high utilization, weather risk, and reactive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grid_failure_flag; identify drivers; score asset risk; prioritize maintenance; separate predictive risk from business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50,500 rows; 32 columns; 43.02% failure rate; 500 duplicate rows; missing oil quality and inspection scores; no reliable timestamp.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Leakage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Duplicates removed. Numeric/categorical imputation inside pipeline. Post-event revenue loss, penalty cost and outage duration excluded from predictors. Customers served reserved for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Asset condition, load stress, voltage stability, maintenance overdue days, weather risk, inspections and oil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Regression; Decision Tree; Random Forest; Linear SVM.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      Model  Precision   Recall       F1  ROC-AUC   PR-AUC  Threshold</a:t>
            </a:r>
          </a:p>
          <a:p>
            <a:r>
              <a:t>      Random Forest   0.740897 0.870428 0.800456 0.906451 0.881555      0.410</a:t>
            </a:r>
          </a:p>
          <a:p>
            <a:r>
              <a:t>      Decision Tree   0.746914 0.862678 0.800633 0.900320 0.870022      0.400</a:t>
            </a:r>
          </a:p>
          <a:p>
            <a:r>
              <a:t>                SVM   0.649175 0.816801 0.723404 0.830670 0.790319      0.470</a:t>
            </a:r>
          </a:p>
          <a:p>
            <a:r>
              <a:t>Logistic Regression   0.647475 0.822691 0.724642 0.830680 0.790316      0.415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</a:t>
            </a:r>
          </a:p>
          <a:p>
            <a:r>
              <a:t>Holdout ROC-AUC: 0.908</a:t>
            </a:r>
          </a:p>
          <a:p>
            <a:r>
              <a:t>Holdout PR-AUC: 0.886</a:t>
            </a:r>
          </a:p>
          <a:p>
            <a:r>
              <a:t>Recall: 0.871</a:t>
            </a:r>
          </a:p>
          <a:p>
            <a:r>
              <a:t>Threshold: 0.41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&lt;30% | Medium 30–60% | High 60–80% | Critical &gt;=80%. Maintenance priority combines risk with normalized customers 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High-Risk Asset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Critical assets first; use condition and operational drivers to determine inspection scope; prioritize customer-critical assets.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Condition-based inspection; overdue-maintenance reduction; high-load monitoring; weather readiness; CMMS/asset-management integration; model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temporal field; no causal inference; real-world validation required; operational threshold must be calibrated to maintenance capacity.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telemetry, time-series models, survival analysis, anomaly detection, automated alerts, MLOps and drift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reproducible, leakage-aware framework converts historical utility data into actionable failure risk and maintenance priority.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